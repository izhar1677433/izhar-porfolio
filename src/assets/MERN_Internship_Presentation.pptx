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MERN Stack Internship</a:t>
            </a:r>
          </a:p>
          <a:p>
            <a:r>
              <a:t>By: IZHAR ul Haq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BS CS Graduate – University of Swabi</a:t>
            </a:r>
          </a:p>
          <a:p>
            <a:r>
              <a:t>• MERN Stack Developer</a:t>
            </a:r>
          </a:p>
          <a:p>
            <a:r>
              <a:t>• Experience with WordPress, Shopify, GSAP animations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MERN Stack?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MongoDB</a:t>
            </a:r>
          </a:p>
          <a:p>
            <a:r>
              <a:t>• Express.js</a:t>
            </a:r>
          </a:p>
          <a:p>
            <a:r>
              <a:t>• React.js</a:t>
            </a:r>
          </a:p>
          <a:p>
            <a:r>
              <a:t>• Node.js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Worked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 Login System (React + MongoDB)</a:t>
            </a:r>
          </a:p>
          <a:p>
            <a:r>
              <a:t>• Hotel Room Booking Dashboard</a:t>
            </a:r>
          </a:p>
          <a:p>
            <a:r>
              <a:t>• Restaurant &amp; Room Management App</a:t>
            </a:r>
          </a:p>
          <a:p>
            <a:r>
              <a:t>• Real Estate Landing Page (React + Tailwind)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REST APIs with Node.js &amp; Express</a:t>
            </a:r>
          </a:p>
          <a:p>
            <a:r>
              <a:t>• Database design in MongoDB</a:t>
            </a:r>
          </a:p>
          <a:p>
            <a:r>
              <a:t>• Frontend development with React</a:t>
            </a:r>
          </a:p>
          <a:p>
            <a:r>
              <a:t>• UI/UX using Tailwind CSS</a:t>
            </a:r>
          </a:p>
          <a:p>
            <a:r>
              <a:t>• Deployment on 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&amp; GitHub</a:t>
            </a:r>
          </a:p>
          <a:p>
            <a:r>
              <a:t>• Vercel</a:t>
            </a:r>
          </a:p>
          <a:p>
            <a:r>
              <a:t>• GSAP Animations</a:t>
            </a:r>
          </a:p>
          <a:p>
            <a:r>
              <a:t>• Next.js (basic exposure)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Full-stack development workflow</a:t>
            </a:r>
          </a:p>
          <a:p>
            <a:r>
              <a:t>• API integration</a:t>
            </a:r>
          </a:p>
          <a:p>
            <a:r>
              <a:t>• State management</a:t>
            </a:r>
          </a:p>
          <a:p>
            <a:r>
              <a:t>• Component reusability</a:t>
            </a:r>
          </a:p>
          <a:p>
            <a:r>
              <a:t>• Debugging &amp;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